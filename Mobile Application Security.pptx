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5143500" cx="9144000"/>
  <p:notesSz cx="6858000" cy="9144000"/>
  <p:embeddedFontLst>
    <p:embeddedFont>
      <p:font typeface="Raleway"/>
      <p:regular r:id="rId22"/>
      <p:bold r:id="rId23"/>
      <p:italic r:id="rId24"/>
      <p:boldItalic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font" Target="fonts/Raleway-regular.fntdata"/><Relationship Id="rId21" Type="http://schemas.openxmlformats.org/officeDocument/2006/relationships/slide" Target="slides/slide16.xml"/><Relationship Id="rId24" Type="http://schemas.openxmlformats.org/officeDocument/2006/relationships/font" Target="fonts/Raleway-italic.fntdata"/><Relationship Id="rId23" Type="http://schemas.openxmlformats.org/officeDocument/2006/relationships/font" Target="fonts/Raleway-bold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Raleway-bold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g3d2089eb7a8_0_37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" name="Google Shape;56;g3d2089eb7a8_0_37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d2089eb7a8_0_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  <p:sp>
        <p:nvSpPr>
          <p:cNvPr id="64" name="Google Shape;64;g3d2089eb7a8_0_0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d2089eb7a8_0_18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74" name="Google Shape;74;g3d2089eb7a8_0_185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d2089eb7a8_0_27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just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/>
            </a:pPr>
            <a:r>
              <a:t/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83" name="Google Shape;83;g3d2089eb7a8_0_276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d2089eb7a8_0_28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92" name="Google Shape;92;g3d2089eb7a8_0_284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d2089eb7a8_0_16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101" name="Google Shape;101;g3d2089eb7a8_0_169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d2089eb7a8_0_29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</p:txBody>
      </p:sp>
      <p:sp>
        <p:nvSpPr>
          <p:cNvPr id="110" name="Google Shape;110;g3d2089eb7a8_0_295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d2089eb7a8_0_17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119" name="Google Shape;119;g3d2089eb7a8_0_177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d2089eb7a8_0_19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128" name="Google Shape;128;g3d2089eb7a8_0_196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d2089eb7a8_0_20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137" name="Google Shape;137;g3d2089eb7a8_0_204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d2089eb7a8_0_25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177800" rtl="0" algn="just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146" name="Google Shape;146;g3d2089eb7a8_0_255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d2089eb7a8_0_21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g3d2089eb7a8_0_214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d2089eb7a8_0_22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164" name="Google Shape;164;g3d2089eb7a8_0_222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3d2089eb7a8_0_23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158750" lvl="0" marL="177800" rtl="0" algn="just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/>
            </a:pPr>
            <a:r>
              <a:t/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173" name="Google Shape;173;g3d2089eb7a8_0_230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3d2089eb7a8_0_23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158750" lvl="0" marL="177800" rtl="0" algn="just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/>
            </a:pPr>
            <a:r>
              <a:t/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182" name="Google Shape;182;g3d2089eb7a8_0_239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3d2089eb7a8_0_24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g3d2089eb7a8_0_247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şlık ve İçerik">
  <p:cSld name="Başlık ve İçeri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None/>
              <a:defRPr/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None/>
              <a:defRPr/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4758347" y="1409030"/>
            <a:ext cx="3943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rmAutofit/>
          </a:bodyPr>
          <a:lstStyle>
            <a:lvl1pPr indent="-349250" lvl="0" marL="457200" algn="l">
              <a:lnSpc>
                <a:spcPct val="9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900"/>
              <a:buAutoNum type="arabicPeriod"/>
              <a:defRPr sz="1900"/>
            </a:lvl1pPr>
            <a:lvl2pPr indent="-349250" lvl="1" marL="914400" algn="l">
              <a:lnSpc>
                <a:spcPct val="9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900"/>
              <a:buAutoNum type="alphaLcPeriod"/>
              <a:defRPr sz="1900"/>
            </a:lvl2pPr>
            <a:lvl3pPr indent="-273050" lvl="2" marL="1371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700"/>
              <a:buAutoNum type="romanLcPeriod"/>
              <a:defRPr/>
            </a:lvl3pPr>
            <a:lvl4pPr indent="-273050" lvl="3" marL="18288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700"/>
              <a:buAutoNum type="arabicPeriod"/>
              <a:defRPr/>
            </a:lvl4pPr>
            <a:lvl5pPr indent="-273050" lvl="4" marL="22860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700"/>
              <a:buAutoNum type="alphaLcPeriod"/>
              <a:defRPr/>
            </a:lvl5pPr>
            <a:lvl6pPr indent="-273050" lvl="5" marL="2743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700"/>
              <a:buAutoNum type="romanLcPeriod"/>
              <a:defRPr/>
            </a:lvl6pPr>
            <a:lvl7pPr indent="-273050" lvl="6" marL="32004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700"/>
              <a:buAutoNum type="arabicPeriod"/>
              <a:defRPr/>
            </a:lvl7pPr>
            <a:lvl8pPr indent="-273050" lvl="7" marL="3657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700"/>
              <a:buAutoNum type="alphaLcPeriod"/>
              <a:defRPr/>
            </a:lvl8pPr>
            <a:lvl9pPr indent="-273050" lvl="8" marL="41148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700"/>
              <a:buAutoNum type="romanLcPeriod"/>
              <a:defRPr/>
            </a:lvl9pPr>
          </a:lstStyle>
          <a:p/>
        </p:txBody>
      </p:sp>
      <p:sp>
        <p:nvSpPr>
          <p:cNvPr id="53" name="Google Shape;53;p13"/>
          <p:cNvSpPr txBox="1"/>
          <p:nvPr>
            <p:ph idx="12" type="sldNum"/>
          </p:nvPr>
        </p:nvSpPr>
        <p:spPr>
          <a:xfrm>
            <a:off x="8512361" y="4813452"/>
            <a:ext cx="1893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sz="10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github.com/dark-warlord14/ovaa/releases/download/1.0/ovaa-debug.apk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7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github.com/0xArab/diva-apk-file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github.com/absosec/mobile-security-training-apps/blob/main/clicking_game.apk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Relationship Id="rId3" Type="http://schemas.openxmlformats.org/officeDocument/2006/relationships/hyperlink" Target="https://github.com/absosec/mobile-security-training-apps/blob/main/Privacyfriendlydicer.apk" TargetMode="External"/><Relationship Id="rId4" Type="http://schemas.openxmlformats.org/officeDocument/2006/relationships/hyperlink" Target="https://github.com/absosec/mobile-security-training-apps/blob/main/fridaFunc.apk" TargetMode="External"/><Relationship Id="rId5" Type="http://schemas.openxmlformats.org/officeDocument/2006/relationships/hyperlink" Target="https://github.com/absosec/mobile-security-training-apps/blob/main/RootCheck.apk" TargetMode="Externa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github.com/absosec/mobile-security-training-apps/blob/main/spacepeng.apk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6720"/>
        </a:solidFill>
      </p:bgPr>
    </p:bg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4"/>
          <p:cNvSpPr txBox="1"/>
          <p:nvPr>
            <p:ph type="ctrTitle"/>
          </p:nvPr>
        </p:nvSpPr>
        <p:spPr>
          <a:xfrm>
            <a:off x="240788" y="1840300"/>
            <a:ext cx="6869100" cy="688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en" sz="3780">
                <a:solidFill>
                  <a:schemeClr val="lt1"/>
                </a:solidFill>
              </a:rPr>
              <a:t>Mobile Application Security</a:t>
            </a:r>
            <a:endParaRPr b="1" sz="3780">
              <a:solidFill>
                <a:schemeClr val="lt1"/>
              </a:solidFill>
            </a:endParaRPr>
          </a:p>
        </p:txBody>
      </p:sp>
      <p:sp>
        <p:nvSpPr>
          <p:cNvPr id="59" name="Google Shape;59;p14"/>
          <p:cNvSpPr txBox="1"/>
          <p:nvPr>
            <p:ph idx="1" type="subTitle"/>
          </p:nvPr>
        </p:nvSpPr>
        <p:spPr>
          <a:xfrm>
            <a:off x="1371588" y="2806975"/>
            <a:ext cx="2141700" cy="54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62500" lnSpcReduction="1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EFEFEF"/>
                </a:solidFill>
                <a:latin typeface="Raleway"/>
                <a:ea typeface="Raleway"/>
                <a:cs typeface="Raleway"/>
                <a:sym typeface="Raleway"/>
              </a:rPr>
              <a:t>Sefa Ozan</a:t>
            </a:r>
            <a:br>
              <a:rPr lang="en">
                <a:solidFill>
                  <a:srgbClr val="EFEFEF"/>
                </a:solidFill>
                <a:latin typeface="Raleway"/>
                <a:ea typeface="Raleway"/>
                <a:cs typeface="Raleway"/>
                <a:sym typeface="Raleway"/>
              </a:rPr>
            </a:br>
            <a:r>
              <a:rPr lang="en" sz="1166">
                <a:solidFill>
                  <a:srgbClr val="EFEFEF"/>
                </a:solidFill>
                <a:latin typeface="Raleway"/>
                <a:ea typeface="Raleway"/>
                <a:cs typeface="Raleway"/>
                <a:sym typeface="Raleway"/>
              </a:rPr>
              <a:t>Application Security Engineer @ Trendyol</a:t>
            </a:r>
            <a:endParaRPr sz="1166">
              <a:solidFill>
                <a:srgbClr val="EFEFEF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60" name="Google Shape;60;p14" title="TITUS_0_ns_TempNamespaceUri"/>
          <p:cNvSpPr txBox="1"/>
          <p:nvPr/>
        </p:nvSpPr>
        <p:spPr>
          <a:xfrm>
            <a:off x="0" y="0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" name="Google Shape;61;p14" title="TITUS_1_genel_v:KA3bc2995b1244a6a15b7q|d:Public"/>
          <p:cNvSpPr txBox="1"/>
          <p:nvPr/>
        </p:nvSpPr>
        <p:spPr>
          <a:xfrm>
            <a:off x="0" y="0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/>
          <p:nvPr/>
        </p:nvSpPr>
        <p:spPr>
          <a:xfrm>
            <a:off x="1189" y="-2905"/>
            <a:ext cx="9141600" cy="196200"/>
          </a:xfrm>
          <a:prstGeom prst="rect">
            <a:avLst/>
          </a:prstGeom>
          <a:solidFill>
            <a:srgbClr val="FF672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720"/>
              </a:buClr>
              <a:buSzPts val="700"/>
              <a:buFont typeface="Calibri"/>
              <a:buNone/>
            </a:pPr>
            <a:r>
              <a:t/>
            </a:r>
            <a:endParaRPr b="0" i="0" sz="700" u="none" cap="none" strike="noStrike">
              <a:solidFill>
                <a:srgbClr val="FF672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15"/>
          <p:cNvSpPr/>
          <p:nvPr/>
        </p:nvSpPr>
        <p:spPr>
          <a:xfrm rot="5400000">
            <a:off x="34021" y="415690"/>
            <a:ext cx="500100" cy="704100"/>
          </a:xfrm>
          <a:prstGeom prst="rect">
            <a:avLst/>
          </a:prstGeom>
          <a:solidFill>
            <a:srgbClr val="FF672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720"/>
              </a:buClr>
              <a:buSzPts val="700"/>
              <a:buFont typeface="Calibri"/>
              <a:buNone/>
            </a:pPr>
            <a:r>
              <a:t/>
            </a:r>
            <a:endParaRPr b="0" i="0" sz="700" u="none" cap="none" strike="noStrike">
              <a:solidFill>
                <a:srgbClr val="FF672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15"/>
          <p:cNvSpPr txBox="1"/>
          <p:nvPr>
            <p:ph idx="12" type="sldNum"/>
          </p:nvPr>
        </p:nvSpPr>
        <p:spPr>
          <a:xfrm>
            <a:off x="8512361" y="4813452"/>
            <a:ext cx="189300" cy="207900"/>
          </a:xfrm>
          <a:prstGeom prst="rect">
            <a:avLst/>
          </a:prstGeom>
        </p:spPr>
        <p:txBody>
          <a:bodyPr anchorCtr="0" anchor="ctr" bIns="34275" lIns="34275" spcFirstLastPara="1" rIns="34275" wrap="square" tIns="3427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9" name="Google Shape;69;p15"/>
          <p:cNvSpPr txBox="1"/>
          <p:nvPr>
            <p:ph type="title"/>
          </p:nvPr>
        </p:nvSpPr>
        <p:spPr>
          <a:xfrm>
            <a:off x="628650" y="270644"/>
            <a:ext cx="7886700" cy="994200"/>
          </a:xfrm>
          <a:prstGeom prst="rect">
            <a:avLst/>
          </a:prstGeom>
        </p:spPr>
        <p:txBody>
          <a:bodyPr anchorCtr="0" anchor="ctr" bIns="34275" lIns="34275" spcFirstLastPara="1" rIns="342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AGENDA</a:t>
            </a:r>
            <a:endParaRPr/>
          </a:p>
        </p:txBody>
      </p:sp>
      <p:sp>
        <p:nvSpPr>
          <p:cNvPr id="70" name="Google Shape;70;p15"/>
          <p:cNvSpPr txBox="1"/>
          <p:nvPr>
            <p:ph idx="1" type="body"/>
          </p:nvPr>
        </p:nvSpPr>
        <p:spPr>
          <a:xfrm>
            <a:off x="1077197" y="1174547"/>
            <a:ext cx="3576300" cy="37950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rmAutofit lnSpcReduction="20000"/>
          </a:bodyPr>
          <a:lstStyle/>
          <a:p>
            <a:pPr indent="-209550" lvl="0" marL="177800" rtl="0" algn="l">
              <a:lnSpc>
                <a:spcPct val="80000"/>
              </a:lnSpc>
              <a:spcBef>
                <a:spcPts val="800"/>
              </a:spcBef>
              <a:spcAft>
                <a:spcPts val="0"/>
              </a:spcAft>
              <a:buSzPts val="1900"/>
              <a:buAutoNum type="arabicPeriod"/>
            </a:pPr>
            <a:r>
              <a:rPr lang="en"/>
              <a:t>Mobile Development Tools</a:t>
            </a:r>
            <a:endParaRPr/>
          </a:p>
          <a:p>
            <a:pPr indent="-171450" lvl="1" marL="342900" rtl="0" algn="l">
              <a:lnSpc>
                <a:spcPct val="8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300"/>
              <a:buAutoNum type="alphaLcPeriod"/>
            </a:pPr>
            <a:r>
              <a:rPr lang="en" sz="1300"/>
              <a:t>Android Studio</a:t>
            </a:r>
            <a:endParaRPr sz="1300"/>
          </a:p>
          <a:p>
            <a:pPr indent="-171450" lvl="1" marL="342900" rtl="0" algn="l">
              <a:lnSpc>
                <a:spcPct val="8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300"/>
              <a:buAutoNum type="alphaLcPeriod"/>
            </a:pPr>
            <a:r>
              <a:rPr lang="en" sz="1300"/>
              <a:t>Emulator</a:t>
            </a:r>
            <a:endParaRPr sz="1300"/>
          </a:p>
          <a:p>
            <a:pPr indent="-171450" lvl="1" marL="342900" rtl="0" algn="l">
              <a:lnSpc>
                <a:spcPct val="8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300"/>
              <a:buAutoNum type="alphaLcPeriod"/>
            </a:pPr>
            <a:r>
              <a:rPr lang="en" sz="1300"/>
              <a:t>Android Debug Bridge (adb)</a:t>
            </a:r>
            <a:endParaRPr/>
          </a:p>
          <a:p>
            <a:pPr indent="0" lvl="0" marL="177800" rtl="0" algn="l">
              <a:lnSpc>
                <a:spcPct val="8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209550" lvl="0" marL="177800" rtl="0" algn="l">
              <a:lnSpc>
                <a:spcPct val="80000"/>
              </a:lnSpc>
              <a:spcBef>
                <a:spcPts val="800"/>
              </a:spcBef>
              <a:spcAft>
                <a:spcPts val="0"/>
              </a:spcAft>
              <a:buSzPts val="1900"/>
              <a:buAutoNum type="arabicPeriod"/>
            </a:pPr>
            <a:r>
              <a:rPr lang="en"/>
              <a:t>Static Analysis</a:t>
            </a:r>
            <a:endParaRPr/>
          </a:p>
          <a:p>
            <a:pPr indent="-171450" lvl="1" marL="342900" rtl="0" algn="l">
              <a:lnSpc>
                <a:spcPct val="8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300"/>
              <a:buAutoNum type="alphaLcPeriod"/>
            </a:pPr>
            <a:r>
              <a:rPr lang="en" sz="1300"/>
              <a:t>Unzipping</a:t>
            </a:r>
            <a:endParaRPr sz="1300"/>
          </a:p>
          <a:p>
            <a:pPr indent="-171450" lvl="1" marL="342900" rtl="0" algn="l">
              <a:lnSpc>
                <a:spcPct val="8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300"/>
              <a:buAutoNum type="alphaLcPeriod"/>
            </a:pPr>
            <a:r>
              <a:rPr lang="en" sz="1300"/>
              <a:t>Decompiling</a:t>
            </a:r>
            <a:endParaRPr sz="1300"/>
          </a:p>
          <a:p>
            <a:pPr indent="0" lvl="0" marL="0" rtl="0" algn="l">
              <a:lnSpc>
                <a:spcPct val="8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300"/>
          </a:p>
          <a:p>
            <a:pPr indent="-209550" lvl="0" marL="177800" rtl="0" algn="l">
              <a:lnSpc>
                <a:spcPct val="80000"/>
              </a:lnSpc>
              <a:spcBef>
                <a:spcPts val="800"/>
              </a:spcBef>
              <a:spcAft>
                <a:spcPts val="0"/>
              </a:spcAft>
              <a:buSzPts val="1900"/>
              <a:buAutoNum type="arabicPeriod"/>
            </a:pPr>
            <a:r>
              <a:rPr lang="en"/>
              <a:t>Android App Components</a:t>
            </a:r>
            <a:endParaRPr/>
          </a:p>
          <a:p>
            <a:pPr indent="-171450" lvl="1" marL="342900" rtl="0" algn="l">
              <a:lnSpc>
                <a:spcPct val="80000"/>
              </a:lnSpc>
              <a:spcBef>
                <a:spcPts val="800"/>
              </a:spcBef>
              <a:spcAft>
                <a:spcPts val="0"/>
              </a:spcAft>
              <a:buSzPts val="1300"/>
              <a:buAutoNum type="alphaLcPeriod"/>
            </a:pPr>
            <a:r>
              <a:rPr lang="en" sz="1300"/>
              <a:t>Activity</a:t>
            </a:r>
            <a:endParaRPr sz="1300"/>
          </a:p>
          <a:p>
            <a:pPr indent="-171450" lvl="1" marL="342900" rtl="0" algn="l">
              <a:lnSpc>
                <a:spcPct val="80000"/>
              </a:lnSpc>
              <a:spcBef>
                <a:spcPts val="800"/>
              </a:spcBef>
              <a:spcAft>
                <a:spcPts val="0"/>
              </a:spcAft>
              <a:buSzPts val="1300"/>
              <a:buAutoNum type="alphaLcPeriod"/>
            </a:pPr>
            <a:r>
              <a:rPr lang="en" sz="1300"/>
              <a:t>Broadcast Receiver</a:t>
            </a:r>
            <a:endParaRPr sz="1300"/>
          </a:p>
          <a:p>
            <a:pPr indent="-171450" lvl="1" marL="342900" rtl="0" algn="l">
              <a:lnSpc>
                <a:spcPct val="80000"/>
              </a:lnSpc>
              <a:spcBef>
                <a:spcPts val="800"/>
              </a:spcBef>
              <a:spcAft>
                <a:spcPts val="0"/>
              </a:spcAft>
              <a:buSzPts val="1300"/>
              <a:buAutoNum type="alphaLcPeriod"/>
            </a:pPr>
            <a:r>
              <a:rPr lang="en" sz="1300"/>
              <a:t>Services</a:t>
            </a:r>
            <a:endParaRPr sz="1300"/>
          </a:p>
          <a:p>
            <a:pPr indent="-171450" lvl="1" marL="342900" rtl="0" algn="l">
              <a:lnSpc>
                <a:spcPct val="80000"/>
              </a:lnSpc>
              <a:spcBef>
                <a:spcPts val="800"/>
              </a:spcBef>
              <a:spcAft>
                <a:spcPts val="0"/>
              </a:spcAft>
              <a:buSzPts val="1300"/>
              <a:buAutoNum type="alphaLcPeriod"/>
            </a:pPr>
            <a:r>
              <a:rPr lang="en" sz="1300"/>
              <a:t>Content Provider</a:t>
            </a:r>
            <a:endParaRPr sz="1300"/>
          </a:p>
          <a:p>
            <a:pPr indent="-171450" lvl="1" marL="342900" rtl="0" algn="l">
              <a:lnSpc>
                <a:spcPct val="80000"/>
              </a:lnSpc>
              <a:spcBef>
                <a:spcPts val="800"/>
              </a:spcBef>
              <a:spcAft>
                <a:spcPts val="0"/>
              </a:spcAft>
              <a:buSzPts val="1300"/>
              <a:buAutoNum type="alphaLcPeriod"/>
            </a:pPr>
            <a:r>
              <a:rPr lang="en" sz="1300"/>
              <a:t>Deep/App Links</a:t>
            </a:r>
            <a:endParaRPr sz="1300"/>
          </a:p>
          <a:p>
            <a:pPr indent="0" lvl="0" marL="0" rtl="0" algn="l">
              <a:lnSpc>
                <a:spcPct val="75000"/>
              </a:lnSpc>
              <a:spcBef>
                <a:spcPts val="800"/>
              </a:spcBef>
              <a:spcAft>
                <a:spcPts val="0"/>
              </a:spcAft>
              <a:buSzPts val="200"/>
              <a:buNone/>
            </a:pPr>
            <a:r>
              <a:t/>
            </a:r>
            <a:endParaRPr sz="500"/>
          </a:p>
          <a:p>
            <a:pPr indent="0" lvl="0" marL="0" rtl="0" algn="l">
              <a:lnSpc>
                <a:spcPct val="75000"/>
              </a:lnSpc>
              <a:spcBef>
                <a:spcPts val="800"/>
              </a:spcBef>
              <a:spcAft>
                <a:spcPts val="0"/>
              </a:spcAft>
              <a:buSzPts val="200"/>
              <a:buNone/>
            </a:pPr>
            <a:r>
              <a:t/>
            </a:r>
            <a:endParaRPr sz="500"/>
          </a:p>
        </p:txBody>
      </p:sp>
      <p:sp>
        <p:nvSpPr>
          <p:cNvPr id="71" name="Google Shape;71;p15"/>
          <p:cNvSpPr txBox="1"/>
          <p:nvPr>
            <p:ph idx="1" type="body"/>
          </p:nvPr>
        </p:nvSpPr>
        <p:spPr>
          <a:xfrm>
            <a:off x="4794778" y="1121213"/>
            <a:ext cx="3576300" cy="37950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rmAutofit/>
          </a:bodyPr>
          <a:lstStyle/>
          <a:p>
            <a:pPr indent="-209550" lvl="0" marL="177800" rtl="0" algn="l">
              <a:lnSpc>
                <a:spcPct val="80000"/>
              </a:lnSpc>
              <a:spcBef>
                <a:spcPts val="800"/>
              </a:spcBef>
              <a:spcAft>
                <a:spcPts val="0"/>
              </a:spcAft>
              <a:buSzPts val="1900"/>
              <a:buAutoNum type="arabicPeriod" startAt="4"/>
            </a:pPr>
            <a:r>
              <a:rPr lang="en"/>
              <a:t>Mobile Game Hacking</a:t>
            </a:r>
            <a:endParaRPr/>
          </a:p>
          <a:p>
            <a:pPr indent="-171450" lvl="1" marL="342900" rtl="0" algn="l">
              <a:lnSpc>
                <a:spcPct val="8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300"/>
              <a:buAutoNum type="alphaLcPeriod"/>
            </a:pPr>
            <a:r>
              <a:rPr lang="en" sz="1300"/>
              <a:t>Hacking a clicker mobile app</a:t>
            </a:r>
            <a:endParaRPr sz="1300"/>
          </a:p>
          <a:p>
            <a:pPr indent="0" lvl="0" marL="342900" rtl="0" algn="l">
              <a:lnSpc>
                <a:spcPct val="8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300"/>
          </a:p>
          <a:p>
            <a:pPr indent="-209550" lvl="0" marL="177800" rtl="0" algn="l">
              <a:lnSpc>
                <a:spcPct val="8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900"/>
              <a:buAutoNum type="arabicPeriod" startAt="4"/>
            </a:pPr>
            <a:r>
              <a:rPr lang="en"/>
              <a:t>Runtime Manipulation</a:t>
            </a:r>
            <a:endParaRPr/>
          </a:p>
          <a:p>
            <a:pPr indent="-171450" lvl="1" marL="342900" rtl="0" algn="l">
              <a:lnSpc>
                <a:spcPct val="8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300"/>
              <a:buAutoNum type="alphaLcPeriod"/>
            </a:pPr>
            <a:r>
              <a:rPr lang="en" sz="1300"/>
              <a:t>Learning Frida</a:t>
            </a:r>
            <a:endParaRPr sz="13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6"/>
          <p:cNvSpPr/>
          <p:nvPr/>
        </p:nvSpPr>
        <p:spPr>
          <a:xfrm>
            <a:off x="1189" y="-2905"/>
            <a:ext cx="9141600" cy="196200"/>
          </a:xfrm>
          <a:prstGeom prst="rect">
            <a:avLst/>
          </a:prstGeom>
          <a:solidFill>
            <a:srgbClr val="FF672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720"/>
              </a:buClr>
              <a:buSzPts val="700"/>
              <a:buFont typeface="Calibri"/>
              <a:buNone/>
            </a:pPr>
            <a:r>
              <a:t/>
            </a:r>
            <a:endParaRPr b="0" i="0" sz="700" u="none" cap="none" strike="noStrike">
              <a:solidFill>
                <a:srgbClr val="FF672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16"/>
          <p:cNvSpPr/>
          <p:nvPr/>
        </p:nvSpPr>
        <p:spPr>
          <a:xfrm rot="5400000">
            <a:off x="34021" y="415690"/>
            <a:ext cx="500100" cy="704100"/>
          </a:xfrm>
          <a:prstGeom prst="rect">
            <a:avLst/>
          </a:prstGeom>
          <a:solidFill>
            <a:srgbClr val="FF672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720"/>
              </a:buClr>
              <a:buSzPts val="700"/>
              <a:buFont typeface="Calibri"/>
              <a:buNone/>
            </a:pPr>
            <a:r>
              <a:t/>
            </a:r>
            <a:endParaRPr b="0" i="0" sz="700" u="none" cap="none" strike="noStrike">
              <a:solidFill>
                <a:srgbClr val="FF672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16"/>
          <p:cNvSpPr txBox="1"/>
          <p:nvPr>
            <p:ph idx="12" type="sldNum"/>
          </p:nvPr>
        </p:nvSpPr>
        <p:spPr>
          <a:xfrm>
            <a:off x="8512361" y="4813452"/>
            <a:ext cx="189300" cy="207900"/>
          </a:xfrm>
          <a:prstGeom prst="rect">
            <a:avLst/>
          </a:prstGeom>
        </p:spPr>
        <p:txBody>
          <a:bodyPr anchorCtr="0" anchor="ctr" bIns="34275" lIns="34275" spcFirstLastPara="1" rIns="34275" wrap="square" tIns="3427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sz="10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16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</p:spPr>
        <p:txBody>
          <a:bodyPr anchorCtr="0" anchor="ctr" bIns="34275" lIns="34275" spcFirstLastPara="1" rIns="342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Mobile Development Tools</a:t>
            </a:r>
            <a:endParaRPr/>
          </a:p>
        </p:txBody>
      </p:sp>
      <p:sp>
        <p:nvSpPr>
          <p:cNvPr id="80" name="Google Shape;80;p16"/>
          <p:cNvSpPr txBox="1"/>
          <p:nvPr/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rmAutofit/>
          </a:bodyPr>
          <a:lstStyle/>
          <a:p>
            <a:pPr indent="-209550" lvl="0" marL="17780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900"/>
              <a:buChar char="❖"/>
            </a:pPr>
            <a:r>
              <a:rPr b="1" lang="en" sz="19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Android Studio</a:t>
            </a:r>
            <a:endParaRPr b="1" sz="19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09550" lvl="0" marL="177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Char char="❖"/>
            </a:pPr>
            <a:r>
              <a:rPr b="1" lang="en" sz="1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Emulator</a:t>
            </a:r>
            <a:endParaRPr b="1" sz="1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09550" lvl="0" marL="177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Char char="❖"/>
            </a:pPr>
            <a:r>
              <a:rPr b="1" lang="en" sz="1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Android Debug Bridge (adb)</a:t>
            </a:r>
            <a:endParaRPr b="1" sz="1900"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b="1" sz="19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7"/>
          <p:cNvSpPr/>
          <p:nvPr/>
        </p:nvSpPr>
        <p:spPr>
          <a:xfrm>
            <a:off x="1189" y="-2905"/>
            <a:ext cx="9141600" cy="196200"/>
          </a:xfrm>
          <a:prstGeom prst="rect">
            <a:avLst/>
          </a:prstGeom>
          <a:solidFill>
            <a:srgbClr val="FF672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720"/>
              </a:buClr>
              <a:buSzPts val="700"/>
              <a:buFont typeface="Calibri"/>
              <a:buNone/>
            </a:pPr>
            <a:r>
              <a:t/>
            </a:r>
            <a:endParaRPr b="0" i="0" sz="700" u="none" cap="none" strike="noStrike">
              <a:solidFill>
                <a:srgbClr val="FF672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7"/>
          <p:cNvSpPr/>
          <p:nvPr/>
        </p:nvSpPr>
        <p:spPr>
          <a:xfrm rot="5400000">
            <a:off x="34021" y="415690"/>
            <a:ext cx="500100" cy="704100"/>
          </a:xfrm>
          <a:prstGeom prst="rect">
            <a:avLst/>
          </a:prstGeom>
          <a:solidFill>
            <a:srgbClr val="FF672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720"/>
              </a:buClr>
              <a:buSzPts val="700"/>
              <a:buFont typeface="Calibri"/>
              <a:buNone/>
            </a:pPr>
            <a:r>
              <a:t/>
            </a:r>
            <a:endParaRPr b="0" i="0" sz="700" u="none" cap="none" strike="noStrike">
              <a:solidFill>
                <a:srgbClr val="FF672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17"/>
          <p:cNvSpPr txBox="1"/>
          <p:nvPr>
            <p:ph idx="12" type="sldNum"/>
          </p:nvPr>
        </p:nvSpPr>
        <p:spPr>
          <a:xfrm>
            <a:off x="8512361" y="4813452"/>
            <a:ext cx="189300" cy="207900"/>
          </a:xfrm>
          <a:prstGeom prst="rect">
            <a:avLst/>
          </a:prstGeom>
        </p:spPr>
        <p:txBody>
          <a:bodyPr anchorCtr="0" anchor="ctr" bIns="34275" lIns="34275" spcFirstLastPara="1" rIns="34275" wrap="square" tIns="3427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sz="10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17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</p:spPr>
        <p:txBody>
          <a:bodyPr anchorCtr="0" anchor="ctr" bIns="34275" lIns="34275" spcFirstLastPara="1" rIns="342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Static Analysis of An APK</a:t>
            </a:r>
            <a:endParaRPr/>
          </a:p>
        </p:txBody>
      </p:sp>
      <p:sp>
        <p:nvSpPr>
          <p:cNvPr id="89" name="Google Shape;89;p17"/>
          <p:cNvSpPr txBox="1"/>
          <p:nvPr/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rmAutofit/>
          </a:bodyPr>
          <a:lstStyle/>
          <a:p>
            <a:pPr indent="-209550" lvl="0" marL="17780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900"/>
              <a:buChar char="❖"/>
            </a:pPr>
            <a:r>
              <a:rPr b="1" lang="en" sz="1900">
                <a:latin typeface="Calibri"/>
                <a:ea typeface="Calibri"/>
                <a:cs typeface="Calibri"/>
                <a:sym typeface="Calibri"/>
              </a:rPr>
              <a:t>Unzipping </a:t>
            </a:r>
            <a:endParaRPr b="1" sz="1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09550" lvl="0" marL="177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Char char="❖"/>
            </a:pPr>
            <a:r>
              <a:rPr b="1" lang="en" sz="1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Decompilation</a:t>
            </a:r>
            <a:endParaRPr b="1" sz="1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b="1" sz="1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b="1" sz="19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8"/>
          <p:cNvSpPr/>
          <p:nvPr/>
        </p:nvSpPr>
        <p:spPr>
          <a:xfrm>
            <a:off x="1189" y="-2905"/>
            <a:ext cx="9141600" cy="196200"/>
          </a:xfrm>
          <a:prstGeom prst="rect">
            <a:avLst/>
          </a:prstGeom>
          <a:solidFill>
            <a:srgbClr val="FF672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720"/>
              </a:buClr>
              <a:buSzPts val="700"/>
              <a:buFont typeface="Calibri"/>
              <a:buNone/>
            </a:pPr>
            <a:r>
              <a:t/>
            </a:r>
            <a:endParaRPr b="0" i="0" sz="700" u="none" cap="none" strike="noStrike">
              <a:solidFill>
                <a:srgbClr val="FF672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8"/>
          <p:cNvSpPr/>
          <p:nvPr/>
        </p:nvSpPr>
        <p:spPr>
          <a:xfrm rot="5400000">
            <a:off x="34021" y="415690"/>
            <a:ext cx="500100" cy="704100"/>
          </a:xfrm>
          <a:prstGeom prst="rect">
            <a:avLst/>
          </a:prstGeom>
          <a:solidFill>
            <a:srgbClr val="FF672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720"/>
              </a:buClr>
              <a:buSzPts val="700"/>
              <a:buFont typeface="Calibri"/>
              <a:buNone/>
            </a:pPr>
            <a:r>
              <a:t/>
            </a:r>
            <a:endParaRPr b="0" i="0" sz="700" u="none" cap="none" strike="noStrike">
              <a:solidFill>
                <a:srgbClr val="FF672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18"/>
          <p:cNvSpPr txBox="1"/>
          <p:nvPr>
            <p:ph idx="12" type="sldNum"/>
          </p:nvPr>
        </p:nvSpPr>
        <p:spPr>
          <a:xfrm>
            <a:off x="8512361" y="4813452"/>
            <a:ext cx="189300" cy="207900"/>
          </a:xfrm>
          <a:prstGeom prst="rect">
            <a:avLst/>
          </a:prstGeom>
        </p:spPr>
        <p:txBody>
          <a:bodyPr anchorCtr="0" anchor="ctr" bIns="34275" lIns="34275" spcFirstLastPara="1" rIns="34275" wrap="square" tIns="3427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sz="10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8"/>
          <p:cNvSpPr txBox="1"/>
          <p:nvPr>
            <p:ph type="title"/>
          </p:nvPr>
        </p:nvSpPr>
        <p:spPr>
          <a:xfrm>
            <a:off x="628650" y="284156"/>
            <a:ext cx="7886700" cy="994200"/>
          </a:xfrm>
          <a:prstGeom prst="rect">
            <a:avLst/>
          </a:prstGeom>
        </p:spPr>
        <p:txBody>
          <a:bodyPr anchorCtr="0" anchor="ctr" bIns="34275" lIns="34275" spcFirstLastPara="1" rIns="342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AndroidManifest.xml</a:t>
            </a:r>
            <a:endParaRPr/>
          </a:p>
        </p:txBody>
      </p:sp>
      <p:sp>
        <p:nvSpPr>
          <p:cNvPr id="98" name="Google Shape;98;p18"/>
          <p:cNvSpPr txBox="1"/>
          <p:nvPr/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rmAutofit lnSpcReduction="10000"/>
          </a:bodyPr>
          <a:lstStyle/>
          <a:p>
            <a:pPr indent="-209550" lvl="0" marL="17780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900"/>
              <a:buChar char="❖"/>
            </a:pPr>
            <a:r>
              <a:rPr b="1" lang="en" sz="1900">
                <a:latin typeface="Calibri"/>
                <a:ea typeface="Calibri"/>
                <a:cs typeface="Calibri"/>
                <a:sym typeface="Calibri"/>
              </a:rPr>
              <a:t>Package name,</a:t>
            </a:r>
            <a:endParaRPr b="1" sz="1900">
              <a:latin typeface="Calibri"/>
              <a:ea typeface="Calibri"/>
              <a:cs typeface="Calibri"/>
              <a:sym typeface="Calibri"/>
            </a:endParaRPr>
          </a:p>
          <a:p>
            <a:pPr indent="-209550" lvl="0" marL="177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Char char="❖"/>
            </a:pPr>
            <a:r>
              <a:rPr b="1" lang="en" sz="1900">
                <a:latin typeface="Calibri"/>
                <a:ea typeface="Calibri"/>
                <a:cs typeface="Calibri"/>
                <a:sym typeface="Calibri"/>
              </a:rPr>
              <a:t>Version name,</a:t>
            </a:r>
            <a:endParaRPr b="1" sz="1900">
              <a:latin typeface="Calibri"/>
              <a:ea typeface="Calibri"/>
              <a:cs typeface="Calibri"/>
              <a:sym typeface="Calibri"/>
            </a:endParaRPr>
          </a:p>
          <a:p>
            <a:pPr indent="-209550" lvl="0" marL="177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Font typeface="Calibri"/>
              <a:buChar char="❖"/>
            </a:pPr>
            <a:r>
              <a:rPr b="1" lang="en" sz="1900">
                <a:latin typeface="Calibri"/>
                <a:ea typeface="Calibri"/>
                <a:cs typeface="Calibri"/>
                <a:sym typeface="Calibri"/>
              </a:rPr>
              <a:t>Permissions,</a:t>
            </a:r>
            <a:endParaRPr b="1" sz="1900">
              <a:latin typeface="Calibri"/>
              <a:ea typeface="Calibri"/>
              <a:cs typeface="Calibri"/>
              <a:sym typeface="Calibri"/>
            </a:endParaRPr>
          </a:p>
          <a:p>
            <a:pPr indent="-209550" lvl="0" marL="177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Char char="❖"/>
            </a:pPr>
            <a:r>
              <a:rPr b="1" lang="en" sz="1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Components (activity, service, content provider, broadcast receiver),</a:t>
            </a:r>
            <a:endParaRPr b="1" sz="1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09550" lvl="0" marL="177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Calibri"/>
              <a:buChar char="❖"/>
            </a:pPr>
            <a:r>
              <a:rPr b="1" lang="en" sz="1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Deep link</a:t>
            </a:r>
            <a:endParaRPr b="1" sz="1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b="1" sz="1900"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just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 u="sng">
                <a:solidFill>
                  <a:schemeClr val="hlink"/>
                </a:solidFill>
                <a:hlinkClick r:id="rId3"/>
              </a:rPr>
              <a:t>https://github.com/dark-warlord14/ovaa/releases/download/1.0/ovaa-debug.apk</a:t>
            </a:r>
            <a:endParaRPr sz="1700"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b="1" sz="19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9"/>
          <p:cNvSpPr/>
          <p:nvPr/>
        </p:nvSpPr>
        <p:spPr>
          <a:xfrm>
            <a:off x="1189" y="-2905"/>
            <a:ext cx="9141600" cy="196200"/>
          </a:xfrm>
          <a:prstGeom prst="rect">
            <a:avLst/>
          </a:prstGeom>
          <a:solidFill>
            <a:srgbClr val="FF672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720"/>
              </a:buClr>
              <a:buSzPts val="700"/>
              <a:buFont typeface="Calibri"/>
              <a:buNone/>
            </a:pPr>
            <a:r>
              <a:t/>
            </a:r>
            <a:endParaRPr b="0" i="0" sz="700" u="none" cap="none" strike="noStrike">
              <a:solidFill>
                <a:srgbClr val="FF672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19"/>
          <p:cNvSpPr/>
          <p:nvPr/>
        </p:nvSpPr>
        <p:spPr>
          <a:xfrm rot="5400000">
            <a:off x="34021" y="415690"/>
            <a:ext cx="500100" cy="704100"/>
          </a:xfrm>
          <a:prstGeom prst="rect">
            <a:avLst/>
          </a:prstGeom>
          <a:solidFill>
            <a:srgbClr val="FF672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720"/>
              </a:buClr>
              <a:buSzPts val="700"/>
              <a:buFont typeface="Calibri"/>
              <a:buNone/>
            </a:pPr>
            <a:r>
              <a:t/>
            </a:r>
            <a:endParaRPr b="0" i="0" sz="700" u="none" cap="none" strike="noStrike">
              <a:solidFill>
                <a:srgbClr val="FF672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19"/>
          <p:cNvSpPr txBox="1"/>
          <p:nvPr>
            <p:ph idx="12" type="sldNum"/>
          </p:nvPr>
        </p:nvSpPr>
        <p:spPr>
          <a:xfrm>
            <a:off x="8512361" y="4813452"/>
            <a:ext cx="189300" cy="207900"/>
          </a:xfrm>
          <a:prstGeom prst="rect">
            <a:avLst/>
          </a:prstGeom>
        </p:spPr>
        <p:txBody>
          <a:bodyPr anchorCtr="0" anchor="ctr" bIns="34275" lIns="34275" spcFirstLastPara="1" rIns="34275" wrap="square" tIns="3427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sz="10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" name="Google Shape;106;p19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</p:spPr>
        <p:txBody>
          <a:bodyPr anchorCtr="0" anchor="ctr" bIns="34275" lIns="34275" spcFirstLastPara="1" rIns="342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Activity	</a:t>
            </a:r>
            <a:endParaRPr/>
          </a:p>
        </p:txBody>
      </p:sp>
      <p:pic>
        <p:nvPicPr>
          <p:cNvPr id="107" name="Google Shape;107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0" y="1268050"/>
            <a:ext cx="7762875" cy="3480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20"/>
          <p:cNvSpPr/>
          <p:nvPr/>
        </p:nvSpPr>
        <p:spPr>
          <a:xfrm>
            <a:off x="1189" y="-2905"/>
            <a:ext cx="9141600" cy="196200"/>
          </a:xfrm>
          <a:prstGeom prst="rect">
            <a:avLst/>
          </a:prstGeom>
          <a:solidFill>
            <a:srgbClr val="FF672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720"/>
              </a:buClr>
              <a:buSzPts val="700"/>
              <a:buFont typeface="Calibri"/>
              <a:buNone/>
            </a:pPr>
            <a:r>
              <a:t/>
            </a:r>
            <a:endParaRPr b="0" i="0" sz="700" u="none" cap="none" strike="noStrike">
              <a:solidFill>
                <a:srgbClr val="FF672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20"/>
          <p:cNvSpPr/>
          <p:nvPr/>
        </p:nvSpPr>
        <p:spPr>
          <a:xfrm rot="5400000">
            <a:off x="34021" y="415690"/>
            <a:ext cx="500100" cy="704100"/>
          </a:xfrm>
          <a:prstGeom prst="rect">
            <a:avLst/>
          </a:prstGeom>
          <a:solidFill>
            <a:srgbClr val="FF672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720"/>
              </a:buClr>
              <a:buSzPts val="700"/>
              <a:buFont typeface="Calibri"/>
              <a:buNone/>
            </a:pPr>
            <a:r>
              <a:t/>
            </a:r>
            <a:endParaRPr b="0" i="0" sz="700" u="none" cap="none" strike="noStrike">
              <a:solidFill>
                <a:srgbClr val="FF672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20"/>
          <p:cNvSpPr txBox="1"/>
          <p:nvPr>
            <p:ph idx="12" type="sldNum"/>
          </p:nvPr>
        </p:nvSpPr>
        <p:spPr>
          <a:xfrm>
            <a:off x="8512361" y="4813452"/>
            <a:ext cx="189300" cy="207900"/>
          </a:xfrm>
          <a:prstGeom prst="rect">
            <a:avLst/>
          </a:prstGeom>
        </p:spPr>
        <p:txBody>
          <a:bodyPr anchorCtr="0" anchor="ctr" bIns="34275" lIns="34275" spcFirstLastPara="1" rIns="34275" wrap="square" tIns="3427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sz="10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" name="Google Shape;115;p20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</p:spPr>
        <p:txBody>
          <a:bodyPr anchorCtr="0" anchor="ctr" bIns="34275" lIns="34275" spcFirstLastPara="1" rIns="342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Activity Lifecycle</a:t>
            </a:r>
            <a:endParaRPr/>
          </a:p>
        </p:txBody>
      </p:sp>
      <p:pic>
        <p:nvPicPr>
          <p:cNvPr id="116" name="Google Shape;116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17350" y="1198775"/>
            <a:ext cx="4316749" cy="37814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1"/>
          <p:cNvSpPr/>
          <p:nvPr/>
        </p:nvSpPr>
        <p:spPr>
          <a:xfrm>
            <a:off x="1189" y="-2905"/>
            <a:ext cx="9141600" cy="196200"/>
          </a:xfrm>
          <a:prstGeom prst="rect">
            <a:avLst/>
          </a:prstGeom>
          <a:solidFill>
            <a:srgbClr val="FF672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720"/>
              </a:buClr>
              <a:buSzPts val="700"/>
              <a:buFont typeface="Calibri"/>
              <a:buNone/>
            </a:pPr>
            <a:r>
              <a:t/>
            </a:r>
            <a:endParaRPr b="0" i="0" sz="700" u="none" cap="none" strike="noStrike">
              <a:solidFill>
                <a:srgbClr val="FF672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21"/>
          <p:cNvSpPr/>
          <p:nvPr/>
        </p:nvSpPr>
        <p:spPr>
          <a:xfrm rot="5400000">
            <a:off x="34021" y="415690"/>
            <a:ext cx="500100" cy="704100"/>
          </a:xfrm>
          <a:prstGeom prst="rect">
            <a:avLst/>
          </a:prstGeom>
          <a:solidFill>
            <a:srgbClr val="FF672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720"/>
              </a:buClr>
              <a:buSzPts val="700"/>
              <a:buFont typeface="Calibri"/>
              <a:buNone/>
            </a:pPr>
            <a:r>
              <a:t/>
            </a:r>
            <a:endParaRPr b="0" i="0" sz="700" u="none" cap="none" strike="noStrike">
              <a:solidFill>
                <a:srgbClr val="FF672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21"/>
          <p:cNvSpPr txBox="1"/>
          <p:nvPr>
            <p:ph idx="12" type="sldNum"/>
          </p:nvPr>
        </p:nvSpPr>
        <p:spPr>
          <a:xfrm>
            <a:off x="8512361" y="4813452"/>
            <a:ext cx="189300" cy="207900"/>
          </a:xfrm>
          <a:prstGeom prst="rect">
            <a:avLst/>
          </a:prstGeom>
        </p:spPr>
        <p:txBody>
          <a:bodyPr anchorCtr="0" anchor="ctr" bIns="34275" lIns="34275" spcFirstLastPara="1" rIns="34275" wrap="square" tIns="3427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sz="10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1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</p:spPr>
        <p:txBody>
          <a:bodyPr anchorCtr="0" anchor="ctr" bIns="34275" lIns="34275" spcFirstLastPara="1" rIns="342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Broadcast Receiver	</a:t>
            </a:r>
            <a:endParaRPr/>
          </a:p>
        </p:txBody>
      </p:sp>
      <p:pic>
        <p:nvPicPr>
          <p:cNvPr id="125" name="Google Shape;125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9075" y="1342194"/>
            <a:ext cx="8165848" cy="357065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2"/>
          <p:cNvSpPr/>
          <p:nvPr/>
        </p:nvSpPr>
        <p:spPr>
          <a:xfrm>
            <a:off x="1189" y="-2905"/>
            <a:ext cx="9141600" cy="196200"/>
          </a:xfrm>
          <a:prstGeom prst="rect">
            <a:avLst/>
          </a:prstGeom>
          <a:solidFill>
            <a:srgbClr val="FF672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720"/>
              </a:buClr>
              <a:buSzPts val="700"/>
              <a:buFont typeface="Calibri"/>
              <a:buNone/>
            </a:pPr>
            <a:r>
              <a:t/>
            </a:r>
            <a:endParaRPr b="0" i="0" sz="700" u="none" cap="none" strike="noStrike">
              <a:solidFill>
                <a:srgbClr val="FF672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22"/>
          <p:cNvSpPr/>
          <p:nvPr/>
        </p:nvSpPr>
        <p:spPr>
          <a:xfrm rot="5400000">
            <a:off x="34021" y="415690"/>
            <a:ext cx="500100" cy="704100"/>
          </a:xfrm>
          <a:prstGeom prst="rect">
            <a:avLst/>
          </a:prstGeom>
          <a:solidFill>
            <a:srgbClr val="FF672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720"/>
              </a:buClr>
              <a:buSzPts val="700"/>
              <a:buFont typeface="Calibri"/>
              <a:buNone/>
            </a:pPr>
            <a:r>
              <a:t/>
            </a:r>
            <a:endParaRPr b="0" i="0" sz="700" u="none" cap="none" strike="noStrike">
              <a:solidFill>
                <a:srgbClr val="FF672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22"/>
          <p:cNvSpPr txBox="1"/>
          <p:nvPr>
            <p:ph idx="12" type="sldNum"/>
          </p:nvPr>
        </p:nvSpPr>
        <p:spPr>
          <a:xfrm>
            <a:off x="8512361" y="4813452"/>
            <a:ext cx="189300" cy="207900"/>
          </a:xfrm>
          <a:prstGeom prst="rect">
            <a:avLst/>
          </a:prstGeom>
        </p:spPr>
        <p:txBody>
          <a:bodyPr anchorCtr="0" anchor="ctr" bIns="34275" lIns="34275" spcFirstLastPara="1" rIns="34275" wrap="square" tIns="3427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sz="10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" name="Google Shape;133;p22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</p:spPr>
        <p:txBody>
          <a:bodyPr anchorCtr="0" anchor="ctr" bIns="34275" lIns="34275" spcFirstLastPara="1" rIns="342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Service</a:t>
            </a:r>
            <a:endParaRPr/>
          </a:p>
        </p:txBody>
      </p:sp>
      <p:pic>
        <p:nvPicPr>
          <p:cNvPr id="134" name="Google Shape;134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66825" y="1268050"/>
            <a:ext cx="5180625" cy="3522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3"/>
          <p:cNvSpPr/>
          <p:nvPr/>
        </p:nvSpPr>
        <p:spPr>
          <a:xfrm>
            <a:off x="1189" y="-2905"/>
            <a:ext cx="9141600" cy="196200"/>
          </a:xfrm>
          <a:prstGeom prst="rect">
            <a:avLst/>
          </a:prstGeom>
          <a:solidFill>
            <a:srgbClr val="FF672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720"/>
              </a:buClr>
              <a:buSzPts val="700"/>
              <a:buFont typeface="Calibri"/>
              <a:buNone/>
            </a:pPr>
            <a:r>
              <a:t/>
            </a:r>
            <a:endParaRPr b="0" i="0" sz="700" u="none" cap="none" strike="noStrike">
              <a:solidFill>
                <a:srgbClr val="FF672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23"/>
          <p:cNvSpPr/>
          <p:nvPr/>
        </p:nvSpPr>
        <p:spPr>
          <a:xfrm rot="5400000">
            <a:off x="34021" y="415690"/>
            <a:ext cx="500100" cy="704100"/>
          </a:xfrm>
          <a:prstGeom prst="rect">
            <a:avLst/>
          </a:prstGeom>
          <a:solidFill>
            <a:srgbClr val="FF672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720"/>
              </a:buClr>
              <a:buSzPts val="700"/>
              <a:buFont typeface="Calibri"/>
              <a:buNone/>
            </a:pPr>
            <a:r>
              <a:t/>
            </a:r>
            <a:endParaRPr b="0" i="0" sz="700" u="none" cap="none" strike="noStrike">
              <a:solidFill>
                <a:srgbClr val="FF672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23"/>
          <p:cNvSpPr txBox="1"/>
          <p:nvPr>
            <p:ph idx="12" type="sldNum"/>
          </p:nvPr>
        </p:nvSpPr>
        <p:spPr>
          <a:xfrm>
            <a:off x="8512361" y="4813452"/>
            <a:ext cx="189300" cy="207900"/>
          </a:xfrm>
          <a:prstGeom prst="rect">
            <a:avLst/>
          </a:prstGeom>
        </p:spPr>
        <p:txBody>
          <a:bodyPr anchorCtr="0" anchor="ctr" bIns="34275" lIns="34275" spcFirstLastPara="1" rIns="34275" wrap="square" tIns="3427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sz="10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</p:spPr>
        <p:txBody>
          <a:bodyPr anchorCtr="0" anchor="ctr" bIns="34275" lIns="34275" spcFirstLastPara="1" rIns="342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Content Provider</a:t>
            </a:r>
            <a:endParaRPr/>
          </a:p>
        </p:txBody>
      </p:sp>
      <p:pic>
        <p:nvPicPr>
          <p:cNvPr id="143" name="Google Shape;143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9725" y="1268062"/>
            <a:ext cx="8044552" cy="34303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4"/>
          <p:cNvSpPr/>
          <p:nvPr/>
        </p:nvSpPr>
        <p:spPr>
          <a:xfrm>
            <a:off x="1189" y="-2905"/>
            <a:ext cx="9141600" cy="196200"/>
          </a:xfrm>
          <a:prstGeom prst="rect">
            <a:avLst/>
          </a:prstGeom>
          <a:solidFill>
            <a:srgbClr val="FF672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720"/>
              </a:buClr>
              <a:buSzPts val="700"/>
              <a:buFont typeface="Calibri"/>
              <a:buNone/>
            </a:pPr>
            <a:r>
              <a:t/>
            </a:r>
            <a:endParaRPr b="0" i="0" sz="700" u="none" cap="none" strike="noStrike">
              <a:solidFill>
                <a:srgbClr val="FF672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24"/>
          <p:cNvSpPr/>
          <p:nvPr/>
        </p:nvSpPr>
        <p:spPr>
          <a:xfrm rot="5400000">
            <a:off x="34021" y="415690"/>
            <a:ext cx="500100" cy="704100"/>
          </a:xfrm>
          <a:prstGeom prst="rect">
            <a:avLst/>
          </a:prstGeom>
          <a:solidFill>
            <a:srgbClr val="FF672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720"/>
              </a:buClr>
              <a:buSzPts val="700"/>
              <a:buFont typeface="Calibri"/>
              <a:buNone/>
            </a:pPr>
            <a:r>
              <a:t/>
            </a:r>
            <a:endParaRPr b="0" i="0" sz="700" u="none" cap="none" strike="noStrike">
              <a:solidFill>
                <a:srgbClr val="FF672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24"/>
          <p:cNvSpPr txBox="1"/>
          <p:nvPr>
            <p:ph idx="12" type="sldNum"/>
          </p:nvPr>
        </p:nvSpPr>
        <p:spPr>
          <a:xfrm>
            <a:off x="8512361" y="4813452"/>
            <a:ext cx="189300" cy="207900"/>
          </a:xfrm>
          <a:prstGeom prst="rect">
            <a:avLst/>
          </a:prstGeom>
        </p:spPr>
        <p:txBody>
          <a:bodyPr anchorCtr="0" anchor="ctr" bIns="34275" lIns="34275" spcFirstLastPara="1" rIns="34275" wrap="square" tIns="3427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sz="10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" name="Google Shape;151;p24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</p:spPr>
        <p:txBody>
          <a:bodyPr anchorCtr="0" anchor="ctr" bIns="34275" lIns="34275" spcFirstLastPara="1" rIns="342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Deep Link</a:t>
            </a:r>
            <a:endParaRPr/>
          </a:p>
        </p:txBody>
      </p:sp>
      <p:pic>
        <p:nvPicPr>
          <p:cNvPr id="152" name="Google Shape;152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95400" y="1348600"/>
            <a:ext cx="6134100" cy="3333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5"/>
          <p:cNvSpPr/>
          <p:nvPr/>
        </p:nvSpPr>
        <p:spPr>
          <a:xfrm>
            <a:off x="1189" y="-2905"/>
            <a:ext cx="9141600" cy="196200"/>
          </a:xfrm>
          <a:prstGeom prst="rect">
            <a:avLst/>
          </a:prstGeom>
          <a:solidFill>
            <a:srgbClr val="FF672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720"/>
              </a:buClr>
              <a:buSzPts val="700"/>
              <a:buFont typeface="Calibri"/>
              <a:buNone/>
            </a:pPr>
            <a:r>
              <a:t/>
            </a:r>
            <a:endParaRPr b="0" i="0" sz="700" u="none" cap="none" strike="noStrike">
              <a:solidFill>
                <a:srgbClr val="FF672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25"/>
          <p:cNvSpPr/>
          <p:nvPr/>
        </p:nvSpPr>
        <p:spPr>
          <a:xfrm rot="5400000">
            <a:off x="34021" y="415690"/>
            <a:ext cx="500100" cy="704100"/>
          </a:xfrm>
          <a:prstGeom prst="rect">
            <a:avLst/>
          </a:prstGeom>
          <a:solidFill>
            <a:srgbClr val="FF672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720"/>
              </a:buClr>
              <a:buSzPts val="700"/>
              <a:buFont typeface="Calibri"/>
              <a:buNone/>
            </a:pPr>
            <a:r>
              <a:t/>
            </a:r>
            <a:endParaRPr b="0" i="0" sz="700" u="none" cap="none" strike="noStrike">
              <a:solidFill>
                <a:srgbClr val="FF672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25"/>
          <p:cNvSpPr txBox="1"/>
          <p:nvPr>
            <p:ph idx="12" type="sldNum"/>
          </p:nvPr>
        </p:nvSpPr>
        <p:spPr>
          <a:xfrm>
            <a:off x="8512361" y="4813452"/>
            <a:ext cx="189300" cy="207900"/>
          </a:xfrm>
          <a:prstGeom prst="rect">
            <a:avLst/>
          </a:prstGeom>
        </p:spPr>
        <p:txBody>
          <a:bodyPr anchorCtr="0" anchor="ctr" bIns="34275" lIns="34275" spcFirstLastPara="1" rIns="34275" wrap="square" tIns="3427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sz="10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" name="Google Shape;160;p25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</p:spPr>
        <p:txBody>
          <a:bodyPr anchorCtr="0" anchor="ctr" bIns="34275" lIns="34275" spcFirstLastPara="1" rIns="342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Damn Insecure And Vulnerable App (</a:t>
            </a:r>
            <a:r>
              <a:rPr lang="en"/>
              <a:t>Diva)	</a:t>
            </a:r>
            <a:endParaRPr/>
          </a:p>
        </p:txBody>
      </p:sp>
      <p:sp>
        <p:nvSpPr>
          <p:cNvPr id="161" name="Google Shape;161;p25"/>
          <p:cNvSpPr txBox="1"/>
          <p:nvPr/>
        </p:nvSpPr>
        <p:spPr>
          <a:xfrm>
            <a:off x="881625" y="1705100"/>
            <a:ext cx="7886700" cy="28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b="1" sz="1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09550" lvl="0" marL="177800" rtl="0" algn="just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Calibri"/>
              <a:buChar char="❖"/>
            </a:pPr>
            <a:r>
              <a:rPr lang="en" sz="1900" u="sng">
                <a:solidFill>
                  <a:schemeClr val="accent5"/>
                </a:solidFill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https://github.com/0xArab/diva-apk-file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b="1" sz="1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b="1" sz="1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b="1" sz="19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6"/>
          <p:cNvSpPr/>
          <p:nvPr/>
        </p:nvSpPr>
        <p:spPr>
          <a:xfrm>
            <a:off x="1189" y="-2905"/>
            <a:ext cx="9141600" cy="196200"/>
          </a:xfrm>
          <a:prstGeom prst="rect">
            <a:avLst/>
          </a:prstGeom>
          <a:solidFill>
            <a:srgbClr val="FF672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720"/>
              </a:buClr>
              <a:buSzPts val="700"/>
              <a:buFont typeface="Calibri"/>
              <a:buNone/>
            </a:pPr>
            <a:r>
              <a:t/>
            </a:r>
            <a:endParaRPr b="0" i="0" sz="700" u="none" cap="none" strike="noStrike">
              <a:solidFill>
                <a:srgbClr val="FF672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26"/>
          <p:cNvSpPr/>
          <p:nvPr/>
        </p:nvSpPr>
        <p:spPr>
          <a:xfrm rot="5400000">
            <a:off x="34021" y="415690"/>
            <a:ext cx="500100" cy="704100"/>
          </a:xfrm>
          <a:prstGeom prst="rect">
            <a:avLst/>
          </a:prstGeom>
          <a:solidFill>
            <a:srgbClr val="FF672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720"/>
              </a:buClr>
              <a:buSzPts val="700"/>
              <a:buFont typeface="Calibri"/>
              <a:buNone/>
            </a:pPr>
            <a:r>
              <a:t/>
            </a:r>
            <a:endParaRPr b="0" i="0" sz="700" u="none" cap="none" strike="noStrike">
              <a:solidFill>
                <a:srgbClr val="FF672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6"/>
          <p:cNvSpPr txBox="1"/>
          <p:nvPr>
            <p:ph idx="12" type="sldNum"/>
          </p:nvPr>
        </p:nvSpPr>
        <p:spPr>
          <a:xfrm>
            <a:off x="8512361" y="4813452"/>
            <a:ext cx="189300" cy="207900"/>
          </a:xfrm>
          <a:prstGeom prst="rect">
            <a:avLst/>
          </a:prstGeom>
        </p:spPr>
        <p:txBody>
          <a:bodyPr anchorCtr="0" anchor="ctr" bIns="34275" lIns="34275" spcFirstLastPara="1" rIns="34275" wrap="square" tIns="3427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sz="10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Google Shape;169;p26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</p:spPr>
        <p:txBody>
          <a:bodyPr anchorCtr="0" anchor="ctr" bIns="34275" lIns="34275" spcFirstLastPara="1" rIns="342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Mobile Game Hacking</a:t>
            </a:r>
            <a:endParaRPr/>
          </a:p>
        </p:txBody>
      </p:sp>
      <p:sp>
        <p:nvSpPr>
          <p:cNvPr id="170" name="Google Shape;170;p26"/>
          <p:cNvSpPr txBox="1"/>
          <p:nvPr/>
        </p:nvSpPr>
        <p:spPr>
          <a:xfrm>
            <a:off x="549900" y="1809875"/>
            <a:ext cx="8044200" cy="28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b="1" sz="1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90500" lvl="0" marL="177800" rtl="0" algn="just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Char char="❖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https://github.com/absosec/mobile-security-training-apps/blob/main/clicking_game.apk</a:t>
            </a:r>
            <a:endParaRPr sz="1600">
              <a:solidFill>
                <a:schemeClr val="dk1"/>
              </a:solidFill>
            </a:endParaRPr>
          </a:p>
          <a:p>
            <a:pPr indent="0" lvl="0" marL="177800" rtl="0" algn="just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b="1" sz="1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b="1" sz="1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b="1" sz="19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27"/>
          <p:cNvSpPr/>
          <p:nvPr/>
        </p:nvSpPr>
        <p:spPr>
          <a:xfrm>
            <a:off x="1189" y="-2905"/>
            <a:ext cx="9141600" cy="196200"/>
          </a:xfrm>
          <a:prstGeom prst="rect">
            <a:avLst/>
          </a:prstGeom>
          <a:solidFill>
            <a:srgbClr val="FF672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720"/>
              </a:buClr>
              <a:buSzPts val="700"/>
              <a:buFont typeface="Calibri"/>
              <a:buNone/>
            </a:pPr>
            <a:r>
              <a:t/>
            </a:r>
            <a:endParaRPr b="0" i="0" sz="700" u="none" cap="none" strike="noStrike">
              <a:solidFill>
                <a:srgbClr val="FF672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27"/>
          <p:cNvSpPr/>
          <p:nvPr/>
        </p:nvSpPr>
        <p:spPr>
          <a:xfrm rot="5400000">
            <a:off x="34021" y="415690"/>
            <a:ext cx="500100" cy="704100"/>
          </a:xfrm>
          <a:prstGeom prst="rect">
            <a:avLst/>
          </a:prstGeom>
          <a:solidFill>
            <a:srgbClr val="FF672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720"/>
              </a:buClr>
              <a:buSzPts val="700"/>
              <a:buFont typeface="Calibri"/>
              <a:buNone/>
            </a:pPr>
            <a:r>
              <a:t/>
            </a:r>
            <a:endParaRPr b="0" i="0" sz="700" u="none" cap="none" strike="noStrike">
              <a:solidFill>
                <a:srgbClr val="FF672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27"/>
          <p:cNvSpPr txBox="1"/>
          <p:nvPr>
            <p:ph idx="12" type="sldNum"/>
          </p:nvPr>
        </p:nvSpPr>
        <p:spPr>
          <a:xfrm>
            <a:off x="8512361" y="4813452"/>
            <a:ext cx="189300" cy="207900"/>
          </a:xfrm>
          <a:prstGeom prst="rect">
            <a:avLst/>
          </a:prstGeom>
        </p:spPr>
        <p:txBody>
          <a:bodyPr anchorCtr="0" anchor="ctr" bIns="34275" lIns="34275" spcFirstLastPara="1" rIns="34275" wrap="square" tIns="3427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sz="10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7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</p:spPr>
        <p:txBody>
          <a:bodyPr anchorCtr="0" anchor="ctr" bIns="34275" lIns="34275" spcFirstLastPara="1" rIns="342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Frida</a:t>
            </a:r>
            <a:endParaRPr/>
          </a:p>
        </p:txBody>
      </p:sp>
      <p:pic>
        <p:nvPicPr>
          <p:cNvPr id="179" name="Google Shape;179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28675" y="1219200"/>
            <a:ext cx="7486651" cy="3514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8"/>
          <p:cNvSpPr/>
          <p:nvPr/>
        </p:nvSpPr>
        <p:spPr>
          <a:xfrm>
            <a:off x="1189" y="-2905"/>
            <a:ext cx="9141600" cy="196200"/>
          </a:xfrm>
          <a:prstGeom prst="rect">
            <a:avLst/>
          </a:prstGeom>
          <a:solidFill>
            <a:srgbClr val="FF672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720"/>
              </a:buClr>
              <a:buSzPts val="700"/>
              <a:buFont typeface="Calibri"/>
              <a:buNone/>
            </a:pPr>
            <a:r>
              <a:t/>
            </a:r>
            <a:endParaRPr b="0" i="0" sz="700" u="none" cap="none" strike="noStrike">
              <a:solidFill>
                <a:srgbClr val="FF672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28"/>
          <p:cNvSpPr/>
          <p:nvPr/>
        </p:nvSpPr>
        <p:spPr>
          <a:xfrm rot="5400000">
            <a:off x="34021" y="415690"/>
            <a:ext cx="500100" cy="704100"/>
          </a:xfrm>
          <a:prstGeom prst="rect">
            <a:avLst/>
          </a:prstGeom>
          <a:solidFill>
            <a:srgbClr val="FF672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720"/>
              </a:buClr>
              <a:buSzPts val="700"/>
              <a:buFont typeface="Calibri"/>
              <a:buNone/>
            </a:pPr>
            <a:r>
              <a:t/>
            </a:r>
            <a:endParaRPr b="0" i="0" sz="700" u="none" cap="none" strike="noStrike">
              <a:solidFill>
                <a:srgbClr val="FF672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28"/>
          <p:cNvSpPr txBox="1"/>
          <p:nvPr>
            <p:ph idx="12" type="sldNum"/>
          </p:nvPr>
        </p:nvSpPr>
        <p:spPr>
          <a:xfrm>
            <a:off x="8512361" y="4813452"/>
            <a:ext cx="189300" cy="207900"/>
          </a:xfrm>
          <a:prstGeom prst="rect">
            <a:avLst/>
          </a:prstGeom>
        </p:spPr>
        <p:txBody>
          <a:bodyPr anchorCtr="0" anchor="ctr" bIns="34275" lIns="34275" spcFirstLastPara="1" rIns="34275" wrap="square" tIns="3427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sz="10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" name="Google Shape;187;p28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</p:spPr>
        <p:txBody>
          <a:bodyPr anchorCtr="0" anchor="ctr" bIns="34275" lIns="34275" spcFirstLastPara="1" rIns="342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Frida</a:t>
            </a:r>
            <a:endParaRPr/>
          </a:p>
        </p:txBody>
      </p:sp>
      <p:sp>
        <p:nvSpPr>
          <p:cNvPr id="188" name="Google Shape;188;p28"/>
          <p:cNvSpPr txBox="1"/>
          <p:nvPr/>
        </p:nvSpPr>
        <p:spPr>
          <a:xfrm>
            <a:off x="428625" y="1268050"/>
            <a:ext cx="8572500" cy="3810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rmAutofit fontScale="85000" lnSpcReduction="20000"/>
          </a:bodyPr>
          <a:lstStyle/>
          <a:p>
            <a:pPr indent="-191452" lvl="0" marL="17780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❖"/>
            </a:pPr>
            <a:r>
              <a:rPr lang="en" sz="1900">
                <a:solidFill>
                  <a:schemeClr val="dk1"/>
                </a:solidFill>
              </a:rPr>
              <a:t>Hook methods</a:t>
            </a:r>
            <a:endParaRPr sz="1900">
              <a:solidFill>
                <a:schemeClr val="dk1"/>
              </a:solidFill>
            </a:endParaRPr>
          </a:p>
          <a:p>
            <a:pPr indent="-175260" lvl="0" marL="1778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84210"/>
              <a:buChar char="❖"/>
            </a:pPr>
            <a:r>
              <a:rPr lang="en" sz="1900">
                <a:solidFill>
                  <a:schemeClr val="dk1"/>
                </a:solidFill>
              </a:rPr>
              <a:t>Override method implementations </a:t>
            </a:r>
            <a:endParaRPr sz="1900">
              <a:solidFill>
                <a:schemeClr val="dk1"/>
              </a:solidFill>
            </a:endParaRPr>
          </a:p>
          <a:p>
            <a:pPr indent="-175260" lvl="0" marL="1778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84210"/>
              <a:buChar char="❖"/>
            </a:pPr>
            <a:r>
              <a:rPr lang="en" sz="1900">
                <a:solidFill>
                  <a:schemeClr val="dk1"/>
                </a:solidFill>
              </a:rPr>
              <a:t>Read and modify arguments / return values</a:t>
            </a:r>
            <a:endParaRPr sz="1900">
              <a:solidFill>
                <a:schemeClr val="dk1"/>
              </a:solidFill>
            </a:endParaRPr>
          </a:p>
          <a:p>
            <a:pPr indent="-175260" lvl="0" marL="1778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84210"/>
              <a:buChar char="❖"/>
            </a:pPr>
            <a:r>
              <a:rPr lang="en" sz="1900">
                <a:solidFill>
                  <a:schemeClr val="dk1"/>
                </a:solidFill>
              </a:rPr>
              <a:t>Call methods manually</a:t>
            </a:r>
            <a:endParaRPr sz="1900">
              <a:solidFill>
                <a:schemeClr val="dk1"/>
              </a:solidFill>
            </a:endParaRPr>
          </a:p>
          <a:p>
            <a:pPr indent="-175260" lvl="0" marL="1778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84210"/>
              <a:buChar char="❖"/>
            </a:pPr>
            <a:r>
              <a:rPr lang="en" sz="1900">
                <a:solidFill>
                  <a:schemeClr val="dk1"/>
                </a:solidFill>
              </a:rPr>
              <a:t>Create new object instances</a:t>
            </a:r>
            <a:endParaRPr sz="1900">
              <a:solidFill>
                <a:schemeClr val="dk1"/>
              </a:solidFill>
            </a:endParaRPr>
          </a:p>
          <a:p>
            <a:pPr indent="-175260" lvl="0" marL="1778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84210"/>
              <a:buChar char="❖"/>
            </a:pPr>
            <a:r>
              <a:rPr lang="en" sz="1900">
                <a:solidFill>
                  <a:schemeClr val="dk1"/>
                </a:solidFill>
              </a:rPr>
              <a:t>Inspect and change fields</a:t>
            </a:r>
            <a:endParaRPr sz="1900">
              <a:solidFill>
                <a:schemeClr val="dk1"/>
              </a:solidFill>
            </a:endParaRPr>
          </a:p>
          <a:p>
            <a:pPr indent="-175260" lvl="0" marL="1778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84210"/>
              <a:buChar char="❖"/>
            </a:pPr>
            <a:r>
              <a:rPr lang="en" sz="1900">
                <a:solidFill>
                  <a:schemeClr val="dk1"/>
                </a:solidFill>
              </a:rPr>
              <a:t>Hook constructors and overloads</a:t>
            </a:r>
            <a:endParaRPr sz="1900">
              <a:solidFill>
                <a:schemeClr val="dk1"/>
              </a:solidFill>
            </a:endParaRPr>
          </a:p>
          <a:p>
            <a:pPr indent="-175260" lvl="0" marL="1778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84210"/>
              <a:buChar char="❖"/>
            </a:pPr>
            <a:r>
              <a:rPr lang="en" sz="1900">
                <a:solidFill>
                  <a:schemeClr val="dk1"/>
                </a:solidFill>
              </a:rPr>
              <a:t>Bypass runtime security controls 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https://github.com/absosec/mobile-security-training-apps/blob/main/Privacyfriendlydicer.apk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https://github.com/absosec/mobile-security-training-apps/blob/main/fridaFunc.apk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https://github.com/absosec/mobile-security-training-apps/blob/main/RootCheck.apk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29"/>
          <p:cNvSpPr/>
          <p:nvPr/>
        </p:nvSpPr>
        <p:spPr>
          <a:xfrm>
            <a:off x="1189" y="-2905"/>
            <a:ext cx="9141600" cy="196200"/>
          </a:xfrm>
          <a:prstGeom prst="rect">
            <a:avLst/>
          </a:prstGeom>
          <a:solidFill>
            <a:srgbClr val="FF672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720"/>
              </a:buClr>
              <a:buSzPts val="700"/>
              <a:buFont typeface="Calibri"/>
              <a:buNone/>
            </a:pPr>
            <a:r>
              <a:t/>
            </a:r>
            <a:endParaRPr b="0" i="0" sz="700" u="none" cap="none" strike="noStrike">
              <a:solidFill>
                <a:srgbClr val="FF672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29"/>
          <p:cNvSpPr/>
          <p:nvPr/>
        </p:nvSpPr>
        <p:spPr>
          <a:xfrm rot="5400000">
            <a:off x="34021" y="415690"/>
            <a:ext cx="500100" cy="704100"/>
          </a:xfrm>
          <a:prstGeom prst="rect">
            <a:avLst/>
          </a:prstGeom>
          <a:solidFill>
            <a:srgbClr val="FF672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720"/>
              </a:buClr>
              <a:buSzPts val="700"/>
              <a:buFont typeface="Calibri"/>
              <a:buNone/>
            </a:pPr>
            <a:r>
              <a:t/>
            </a:r>
            <a:endParaRPr b="0" i="0" sz="700" u="none" cap="none" strike="noStrike">
              <a:solidFill>
                <a:srgbClr val="FF672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29"/>
          <p:cNvSpPr txBox="1"/>
          <p:nvPr>
            <p:ph idx="12" type="sldNum"/>
          </p:nvPr>
        </p:nvSpPr>
        <p:spPr>
          <a:xfrm>
            <a:off x="8512361" y="4813452"/>
            <a:ext cx="189300" cy="207900"/>
          </a:xfrm>
          <a:prstGeom prst="rect">
            <a:avLst/>
          </a:prstGeom>
        </p:spPr>
        <p:txBody>
          <a:bodyPr anchorCtr="0" anchor="ctr" bIns="34275" lIns="34275" spcFirstLastPara="1" rIns="34275" wrap="square" tIns="3427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sz="10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9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</p:spPr>
        <p:txBody>
          <a:bodyPr anchorCtr="0" anchor="ctr" bIns="34275" lIns="34275" spcFirstLastPara="1" rIns="342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Space Peng</a:t>
            </a:r>
            <a:endParaRPr/>
          </a:p>
        </p:txBody>
      </p:sp>
      <p:sp>
        <p:nvSpPr>
          <p:cNvPr id="197" name="Google Shape;197;p29"/>
          <p:cNvSpPr txBox="1"/>
          <p:nvPr/>
        </p:nvSpPr>
        <p:spPr>
          <a:xfrm>
            <a:off x="438150" y="1481950"/>
            <a:ext cx="7886700" cy="3465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rmAutofit lnSpcReduction="10000"/>
          </a:bodyPr>
          <a:lstStyle/>
          <a:p>
            <a:pPr indent="-209550" lvl="0" marL="17780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900"/>
              <a:buChar char="❖"/>
            </a:pPr>
            <a:r>
              <a:rPr lang="en" sz="1900">
                <a:solidFill>
                  <a:schemeClr val="dk1"/>
                </a:solidFill>
              </a:rPr>
              <a:t>HighScore</a:t>
            </a:r>
            <a:endParaRPr sz="1900">
              <a:solidFill>
                <a:schemeClr val="dk1"/>
              </a:solidFill>
            </a:endParaRPr>
          </a:p>
          <a:p>
            <a:pPr indent="-190500" lvl="0" marL="1778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❖"/>
            </a:pPr>
            <a:r>
              <a:rPr lang="en" sz="1900">
                <a:solidFill>
                  <a:schemeClr val="dk1"/>
                </a:solidFill>
              </a:rPr>
              <a:t>Lives</a:t>
            </a:r>
            <a:endParaRPr sz="1900">
              <a:solidFill>
                <a:schemeClr val="dk1"/>
              </a:solidFill>
            </a:endParaRPr>
          </a:p>
          <a:p>
            <a:pPr indent="-190500" lvl="0" marL="1778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❖"/>
            </a:pPr>
            <a:r>
              <a:rPr lang="en" sz="1900">
                <a:solidFill>
                  <a:schemeClr val="dk1"/>
                </a:solidFill>
              </a:rPr>
              <a:t>Rapid Fire</a:t>
            </a:r>
            <a:endParaRPr sz="1900">
              <a:solidFill>
                <a:schemeClr val="dk1"/>
              </a:solidFill>
            </a:endParaRPr>
          </a:p>
          <a:p>
            <a:pPr indent="-190500" lvl="0" marL="1778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❖"/>
            </a:pPr>
            <a:r>
              <a:rPr lang="en" sz="1900">
                <a:solidFill>
                  <a:schemeClr val="dk1"/>
                </a:solidFill>
              </a:rPr>
              <a:t>Invisible</a:t>
            </a:r>
            <a:endParaRPr sz="1900">
              <a:solidFill>
                <a:schemeClr val="dk1"/>
              </a:solidFill>
            </a:endParaRPr>
          </a:p>
          <a:p>
            <a:pPr indent="-190500" lvl="0" marL="1778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❖"/>
            </a:pPr>
            <a:r>
              <a:rPr lang="en" sz="1900">
                <a:solidFill>
                  <a:schemeClr val="dk1"/>
                </a:solidFill>
              </a:rPr>
              <a:t>Coin Rain</a:t>
            </a:r>
            <a:endParaRPr sz="1900">
              <a:solidFill>
                <a:schemeClr val="dk1"/>
              </a:solidFill>
            </a:endParaRPr>
          </a:p>
          <a:p>
            <a:pPr indent="-190500" lvl="0" marL="1778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❖"/>
            </a:pPr>
            <a:r>
              <a:rPr lang="en" sz="1900">
                <a:solidFill>
                  <a:schemeClr val="dk1"/>
                </a:solidFill>
              </a:rPr>
              <a:t>UnCollidable</a:t>
            </a:r>
            <a:endParaRPr sz="1900">
              <a:solidFill>
                <a:schemeClr val="dk1"/>
              </a:solidFill>
            </a:endParaRPr>
          </a:p>
          <a:p>
            <a:pPr indent="-190500" lvl="0" marL="1778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❖"/>
            </a:pPr>
            <a:r>
              <a:rPr lang="en" sz="1900">
                <a:solidFill>
                  <a:schemeClr val="dk1"/>
                </a:solidFill>
              </a:rPr>
              <a:t>New Player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https://github.com/absosec/mobile-security-training-apps/blob/main/spacepeng.apk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